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rwester" charset="1" panose="00000506000000000000"/>
      <p:regular r:id="rId17"/>
    </p:embeddedFont>
    <p:embeddedFont>
      <p:font typeface="Helvetica World" charset="1" panose="020B05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08811" y="2148007"/>
            <a:ext cx="14270379" cy="584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40"/>
              </a:lnSpc>
            </a:pPr>
            <a:r>
              <a:rPr lang="en-US" sz="11773" spc="-57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GERCEK ZAMANLI HAVA TRAFIGI IZLEME DASHBOARD’U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0659" y="1569322"/>
            <a:ext cx="2826682" cy="3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YUSUF KAGAN YILDIZ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500" y="2292748"/>
            <a:ext cx="5980010" cy="669641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40206" t="0" r="-4020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2758330"/>
            <a:ext cx="7616518" cy="94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991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Tüm dünyadaki uçakları gerçek zamanlı görüntüleme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254648"/>
            <a:ext cx="200470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CANLI HARITA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540986"/>
            <a:ext cx="7616518" cy="46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991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Seçilen uçağın rota ve telemetri geçmişi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037304"/>
            <a:ext cx="2421180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GECMIS ANALIZI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5839897"/>
            <a:ext cx="7616518" cy="46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991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Geçmiş bir zaman aralığını yeniden oynatma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336215"/>
            <a:ext cx="200470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REPLAY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7138808"/>
            <a:ext cx="7616518" cy="94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991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Acil durum sinyallerinin (squawk 7500/7600/7700) tespiti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6635126"/>
            <a:ext cx="4008284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ANLIK UYARILAR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2055" y="3941943"/>
            <a:ext cx="15683890" cy="4641036"/>
          </a:xfrm>
          <a:custGeom>
            <a:avLst/>
            <a:gdLst/>
            <a:ahLst/>
            <a:cxnLst/>
            <a:rect r="r" b="b" t="t" l="l"/>
            <a:pathLst>
              <a:path h="4641036" w="15683890">
                <a:moveTo>
                  <a:pt x="0" y="0"/>
                </a:moveTo>
                <a:lnTo>
                  <a:pt x="15683890" y="0"/>
                </a:lnTo>
                <a:lnTo>
                  <a:pt x="15683890" y="4641036"/>
                </a:lnTo>
                <a:lnTo>
                  <a:pt x="0" y="4641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3" t="-597" r="0" b="-8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57885" y="952500"/>
            <a:ext cx="5572230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VERI KAYNAKLARI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0925" y="1912496"/>
            <a:ext cx="15926150" cy="9456152"/>
          </a:xfrm>
          <a:custGeom>
            <a:avLst/>
            <a:gdLst/>
            <a:ahLst/>
            <a:cxnLst/>
            <a:rect r="r" b="b" t="t" l="l"/>
            <a:pathLst>
              <a:path h="9456152" w="15926150">
                <a:moveTo>
                  <a:pt x="0" y="0"/>
                </a:moveTo>
                <a:lnTo>
                  <a:pt x="15926150" y="0"/>
                </a:lnTo>
                <a:lnTo>
                  <a:pt x="15926150" y="9456151"/>
                </a:lnTo>
                <a:lnTo>
                  <a:pt x="0" y="9456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57885" y="990181"/>
            <a:ext cx="5572230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SISTEM MIMARISI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920626"/>
            <a:ext cx="13084230" cy="6337674"/>
          </a:xfrm>
          <a:custGeom>
            <a:avLst/>
            <a:gdLst/>
            <a:ahLst/>
            <a:cxnLst/>
            <a:rect r="r" b="b" t="t" l="l"/>
            <a:pathLst>
              <a:path h="6337674" w="13084230">
                <a:moveTo>
                  <a:pt x="0" y="0"/>
                </a:moveTo>
                <a:lnTo>
                  <a:pt x="13084230" y="0"/>
                </a:lnTo>
                <a:lnTo>
                  <a:pt x="13084230" y="6337674"/>
                </a:lnTo>
                <a:lnTo>
                  <a:pt x="0" y="6337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67036" y="952500"/>
            <a:ext cx="7353928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VERI NASIL TOPLANIYOR?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3125067"/>
            <a:ext cx="13084230" cy="6133233"/>
          </a:xfrm>
          <a:custGeom>
            <a:avLst/>
            <a:gdLst/>
            <a:ahLst/>
            <a:cxnLst/>
            <a:rect r="r" b="b" t="t" l="l"/>
            <a:pathLst>
              <a:path h="6133233" w="13084230">
                <a:moveTo>
                  <a:pt x="0" y="0"/>
                </a:moveTo>
                <a:lnTo>
                  <a:pt x="13084230" y="0"/>
                </a:lnTo>
                <a:lnTo>
                  <a:pt x="13084230" y="6133233"/>
                </a:lnTo>
                <a:lnTo>
                  <a:pt x="0" y="6133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37594" y="952500"/>
            <a:ext cx="12612811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TEK KAFKA TOPIC'I, IKI BAGIMSIZ CONSUMER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5399382" y="6779737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9760" y="2730654"/>
            <a:ext cx="3805982" cy="2661526"/>
          </a:xfrm>
          <a:custGeom>
            <a:avLst/>
            <a:gdLst/>
            <a:ahLst/>
            <a:cxnLst/>
            <a:rect r="r" b="b" t="t" l="l"/>
            <a:pathLst>
              <a:path h="2661526" w="3805982">
                <a:moveTo>
                  <a:pt x="0" y="0"/>
                </a:moveTo>
                <a:lnTo>
                  <a:pt x="3805981" y="0"/>
                </a:lnTo>
                <a:lnTo>
                  <a:pt x="3805981" y="2661526"/>
                </a:lnTo>
                <a:lnTo>
                  <a:pt x="0" y="2661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6391" y="2730654"/>
            <a:ext cx="7167448" cy="2661526"/>
          </a:xfrm>
          <a:custGeom>
            <a:avLst/>
            <a:gdLst/>
            <a:ahLst/>
            <a:cxnLst/>
            <a:rect r="r" b="b" t="t" l="l"/>
            <a:pathLst>
              <a:path h="2661526" w="7167448">
                <a:moveTo>
                  <a:pt x="0" y="0"/>
                </a:moveTo>
                <a:lnTo>
                  <a:pt x="7167448" y="0"/>
                </a:lnTo>
                <a:lnTo>
                  <a:pt x="7167448" y="2661526"/>
                </a:lnTo>
                <a:lnTo>
                  <a:pt x="0" y="2661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25" t="0" r="-92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05198" y="6624616"/>
            <a:ext cx="4888858" cy="126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995" spc="-5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Python-native dashboard framework'ü, proje baştan sona Python, ayrı bir JS/React frontend'i öğrenip bakımını yapmak yerine aynı dilde reaktif bir arayüz kuruluyor.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69682" y="5730409"/>
            <a:ext cx="2206137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DASH (PLOTLY)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5686" y="6624616"/>
            <a:ext cx="4888858" cy="158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995" spc="-5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 REST endpoint'i sunuyor. Dash'le aynı süreçte, ayrı bir thread'de çalışıyor, ikisi de Python olduğu için iş mantığı tekrar yazılmadan paylaşılabiliyor.</a:t>
            </a:r>
          </a:p>
          <a:p>
            <a:pPr algn="l">
              <a:lnSpc>
                <a:spcPts val="259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265421" y="5730409"/>
            <a:ext cx="1329388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FASTAPI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7885" y="952500"/>
            <a:ext cx="5572230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ARAYUZ KATMANI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28938"/>
            <a:ext cx="11793183" cy="5829362"/>
          </a:xfrm>
          <a:custGeom>
            <a:avLst/>
            <a:gdLst/>
            <a:ahLst/>
            <a:cxnLst/>
            <a:rect r="r" b="b" t="t" l="l"/>
            <a:pathLst>
              <a:path h="5829362" w="11793183">
                <a:moveTo>
                  <a:pt x="0" y="0"/>
                </a:moveTo>
                <a:lnTo>
                  <a:pt x="11793183" y="0"/>
                </a:lnTo>
                <a:lnTo>
                  <a:pt x="11793183" y="5829362"/>
                </a:lnTo>
                <a:lnTo>
                  <a:pt x="0" y="582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2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33786" y="952500"/>
            <a:ext cx="4020428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CANLI HARITA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76380" y="4688700"/>
            <a:ext cx="4182920" cy="329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8644" indent="-184322" lvl="1">
              <a:lnSpc>
                <a:spcPts val="2219"/>
              </a:lnSpc>
              <a:buFont typeface="Arial"/>
              <a:buChar char="•"/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Dünya genelindeki tüm uçaklar gerçek zamanlı olarak haritada gösteriliyor</a:t>
            </a:r>
          </a:p>
          <a:p>
            <a:pPr algn="l">
              <a:lnSpc>
                <a:spcPts val="2219"/>
              </a:lnSpc>
            </a:pPr>
          </a:p>
          <a:p>
            <a:pPr algn="l" marL="368644" indent="-184322" lvl="1">
              <a:lnSpc>
                <a:spcPts val="2219"/>
              </a:lnSpc>
              <a:buFont typeface="Arial"/>
              <a:buChar char="•"/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 uçak, tek bir paylaşılan canvas renderer'a bağlı bir GeoJSON şekli olarak çiziliyor. Binlerce uçak, tarayıcıyı yormadan aynı anda render edilebiliyor</a:t>
            </a:r>
          </a:p>
          <a:p>
            <a:pPr algn="l">
              <a:lnSpc>
                <a:spcPts val="2219"/>
              </a:lnSpc>
            </a:pPr>
          </a:p>
          <a:p>
            <a:pPr algn="l" marL="368644" indent="-184322" lvl="1">
              <a:lnSpc>
                <a:spcPts val="2219"/>
              </a:lnSpc>
              <a:buFont typeface="Arial"/>
              <a:buChar char="•"/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Renklendirme irtifaya göre yapılıyor acil durumdaki bir uçak bu renklendirmenin tek istisnası, her zaman öne çıkan bir renkle işaretleniyor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836" y="3204366"/>
            <a:ext cx="2719866" cy="2589103"/>
          </a:xfrm>
          <a:custGeom>
            <a:avLst/>
            <a:gdLst/>
            <a:ahLst/>
            <a:cxnLst/>
            <a:rect r="r" b="b" t="t" l="l"/>
            <a:pathLst>
              <a:path h="2589103" w="2719866">
                <a:moveTo>
                  <a:pt x="0" y="0"/>
                </a:moveTo>
                <a:lnTo>
                  <a:pt x="2719866" y="0"/>
                </a:lnTo>
                <a:lnTo>
                  <a:pt x="2719866" y="2589104"/>
                </a:lnTo>
                <a:lnTo>
                  <a:pt x="0" y="2589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30656" y="3971852"/>
            <a:ext cx="7248959" cy="1054131"/>
          </a:xfrm>
          <a:custGeom>
            <a:avLst/>
            <a:gdLst/>
            <a:ahLst/>
            <a:cxnLst/>
            <a:rect r="r" b="b" t="t" l="l"/>
            <a:pathLst>
              <a:path h="1054131" w="7248959">
                <a:moveTo>
                  <a:pt x="0" y="0"/>
                </a:moveTo>
                <a:lnTo>
                  <a:pt x="7248959" y="0"/>
                </a:lnTo>
                <a:lnTo>
                  <a:pt x="7248959" y="1054132"/>
                </a:lnTo>
                <a:lnTo>
                  <a:pt x="0" y="105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0570" y="2352839"/>
            <a:ext cx="2719866" cy="3440631"/>
          </a:xfrm>
          <a:custGeom>
            <a:avLst/>
            <a:gdLst/>
            <a:ahLst/>
            <a:cxnLst/>
            <a:rect r="r" b="b" t="t" l="l"/>
            <a:pathLst>
              <a:path h="3440631" w="2719866">
                <a:moveTo>
                  <a:pt x="0" y="0"/>
                </a:moveTo>
                <a:lnTo>
                  <a:pt x="2719866" y="0"/>
                </a:lnTo>
                <a:lnTo>
                  <a:pt x="2719866" y="3440631"/>
                </a:lnTo>
                <a:lnTo>
                  <a:pt x="0" y="3440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72026" y="952500"/>
            <a:ext cx="3143948" cy="10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429" spc="-315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FILTRELER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6038" y="6181133"/>
            <a:ext cx="3427462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SIVIL / ASKERI / YERDE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5794" y="6181133"/>
            <a:ext cx="2298683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IRTIFA ARALIGI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62589" y="6181133"/>
            <a:ext cx="289582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HAVAYOLU FILTRESI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6038" y="7113440"/>
            <a:ext cx="4182920" cy="82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Tek tıkla açılıp kapanan üç filtre butonu, istenmeyen uçak kategorilerini haritadan gizliyor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676" y="7113440"/>
            <a:ext cx="4182920" cy="54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Slider ile belirli bir yükseklik bandındaki uçakları izole etme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5080" y="7113440"/>
            <a:ext cx="4182920" cy="54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707" spc="-5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~40 firmanın çağrı kodu ön ekine göre eşleştirilmesi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TESEKKURLER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52530" y="1092796"/>
            <a:ext cx="2182941" cy="3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sz="2283" spc="-11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YUSUF KAGAN YILDIZ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DAHPcIdPJ78</dc:identifier>
  <dcterms:modified xsi:type="dcterms:W3CDTF">2011-08-01T06:04:30Z</dcterms:modified>
  <cp:revision>1</cp:revision>
  <dc:title>Blue and Black Modern Technology Presentation</dc:title>
</cp:coreProperties>
</file>